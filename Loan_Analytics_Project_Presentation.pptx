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6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7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17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1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62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80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5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41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6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0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110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563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4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62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467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503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10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End-to-End Data Analytics </a:t>
            </a:r>
            <a:r>
              <a:rPr lang="en-IN" dirty="0"/>
              <a:t>EXCEL</a:t>
            </a:r>
            <a:r>
              <a:rPr dirty="0"/>
              <a:t>| </a:t>
            </a:r>
            <a:r>
              <a:rPr lang="en-IN" dirty="0"/>
              <a:t>Python</a:t>
            </a:r>
            <a:r>
              <a:rPr dirty="0"/>
              <a:t> | </a:t>
            </a:r>
            <a:r>
              <a:rPr lang="en-IN" dirty="0"/>
              <a:t>SQL</a:t>
            </a:r>
            <a:r>
              <a:rPr dirty="0"/>
              <a:t>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Real-world banking domain project</a:t>
            </a:r>
          </a:p>
          <a:p>
            <a:r>
              <a:t>- Data cleaning &amp; preprocessing</a:t>
            </a:r>
          </a:p>
          <a:p>
            <a:r>
              <a:t>- SQL feature engineering</a:t>
            </a:r>
          </a:p>
          <a:p>
            <a:r>
              <a:t>- Power BI dashboard</a:t>
            </a:r>
          </a:p>
          <a:p>
            <a:r>
              <a:t>-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customers.csv – Applicant info</a:t>
            </a:r>
          </a:p>
          <a:p>
            <a:r>
              <a:t>• loans.csv – Loan records</a:t>
            </a:r>
          </a:p>
          <a:p>
            <a:r>
              <a:t>• payments.csv – Repayment details</a:t>
            </a:r>
          </a:p>
          <a:p>
            <a:r>
              <a:t>Records: 100K+ | Industry: Finance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Handled null values</a:t>
            </a:r>
          </a:p>
          <a:p>
            <a:r>
              <a:t>- Cleaned date formats</a:t>
            </a:r>
          </a:p>
          <a:p>
            <a:r>
              <a:t>- Fixed negative values</a:t>
            </a:r>
          </a:p>
          <a:p>
            <a:r>
              <a:t>- Created engineered columns</a:t>
            </a:r>
          </a:p>
          <a:p>
            <a:r>
              <a:t>- Prepared dataset for SQL/BI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Created database &amp; tables</a:t>
            </a:r>
          </a:p>
          <a:p>
            <a:r>
              <a:t>- Imported CSVs</a:t>
            </a:r>
          </a:p>
          <a:p>
            <a:r>
              <a:t>- Cleaned data in SQL</a:t>
            </a:r>
          </a:p>
          <a:p>
            <a:r>
              <a:t>- Engineered features (Age, EMI Ratio, Income Band)</a:t>
            </a:r>
          </a:p>
          <a:p>
            <a:r>
              <a:t>- Performed 25+ analysis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KPI Cards</a:t>
            </a:r>
          </a:p>
          <a:p>
            <a:r>
              <a:t>- Loan distribution visuals</a:t>
            </a:r>
          </a:p>
          <a:p>
            <a:r>
              <a:t>- Default analysis</a:t>
            </a:r>
          </a:p>
          <a:p>
            <a:r>
              <a:t>- Risk segmentation</a:t>
            </a:r>
          </a:p>
          <a:p>
            <a:r>
              <a:t>- Fully interactive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Education loans highest volume</a:t>
            </a:r>
          </a:p>
          <a:p>
            <a:r>
              <a:t>- Branch-level performance insights</a:t>
            </a:r>
          </a:p>
          <a:p>
            <a:r>
              <a:t>- EMI-to-income ratio predicts risk</a:t>
            </a:r>
          </a:p>
          <a:p>
            <a:r>
              <a:t>- DPD strongly correlates with default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(Pandas, NumPy)</a:t>
            </a:r>
          </a:p>
          <a:p>
            <a:r>
              <a:t>- MySQL</a:t>
            </a:r>
          </a:p>
          <a:p>
            <a:r>
              <a:t>- Power BI</a:t>
            </a:r>
          </a:p>
          <a:p>
            <a:r>
              <a:t>-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by Khush Panchal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191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Loan Analytics Project</vt:lpstr>
      <vt:lpstr>Project Overview</vt:lpstr>
      <vt:lpstr>Dataset Used</vt:lpstr>
      <vt:lpstr>Python Data Cleaning</vt:lpstr>
      <vt:lpstr>SQL Operations</vt:lpstr>
      <vt:lpstr>Power BI Dashboard</vt:lpstr>
      <vt:lpstr>Key Insights</vt:lpstr>
      <vt:lpstr>Tools Used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khush panchal</dc:creator>
  <cp:keywords/>
  <dc:description>generated using python-pptx</dc:description>
  <cp:lastModifiedBy>khush Panchal</cp:lastModifiedBy>
  <cp:revision>2</cp:revision>
  <dcterms:created xsi:type="dcterms:W3CDTF">2013-01-27T09:14:16Z</dcterms:created>
  <dcterms:modified xsi:type="dcterms:W3CDTF">2025-12-13T08:33:22Z</dcterms:modified>
  <cp:category/>
</cp:coreProperties>
</file>